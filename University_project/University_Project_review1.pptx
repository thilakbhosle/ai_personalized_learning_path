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69" r:id="rId4"/>
    <p:sldId id="273" r:id="rId5"/>
    <p:sldId id="275" r:id="rId6"/>
    <p:sldId id="276" r:id="rId7"/>
    <p:sldId id="268" r:id="rId8"/>
    <p:sldId id="270" r:id="rId9"/>
    <p:sldId id="265" r:id="rId10"/>
    <p:sldId id="266" r:id="rId1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44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55935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24313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hilakbhosle/AI_Personalized_Learning_Path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2400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AI-Powered Personalized Learning Path Generator</a:t>
            </a:r>
            <a:endParaRPr sz="2400" dirty="0">
              <a:solidFill>
                <a:schemeClr val="bg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Team number : CSE_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192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525369" y="2577186"/>
            <a:ext cx="4721751" cy="170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Vinayak Raju Kage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2845645621"/>
              </p:ext>
            </p:extLst>
          </p:nvPr>
        </p:nvGraphicFramePr>
        <p:xfrm>
          <a:off x="236807" y="2611004"/>
          <a:ext cx="5677905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452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32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u="none" strike="noStrike" cap="none" dirty="0"/>
                        <a:t>20231CSE3020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        THILAK M BHOSLE 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20231CSE3084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        HARSHA HM 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20231CSE3048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        VINOD KUMAR M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University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Review-1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400411" y="4670446"/>
            <a:ext cx="9315089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			: </a:t>
            </a:r>
            <a:r>
              <a:rPr lang="en-US" sz="1800" b="1" i="0" u="none" strike="noStrike" cap="none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B.tech</a:t>
            </a: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in computer science &amp; engineering</a:t>
            </a:r>
          </a:p>
          <a:p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</a:t>
            </a:r>
            <a:r>
              <a:rPr lang="en-US" sz="18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HoD</a:t>
            </a: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				: </a:t>
            </a:r>
            <a:r>
              <a:rPr lang="en-US" sz="16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Dr. Asif Mohamed HB</a:t>
            </a:r>
          </a:p>
          <a:p>
            <a:pPr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	: </a:t>
            </a:r>
            <a:r>
              <a:rPr lang="en-US" sz="1600" b="1" dirty="0" err="1">
                <a:solidFill>
                  <a:schemeClr val="bg2">
                    <a:lumMod val="60000"/>
                    <a:lumOff val="40000"/>
                  </a:schemeClr>
                </a:solidFill>
              </a:rPr>
              <a:t>Muthuraju</a:t>
            </a:r>
            <a:r>
              <a:rPr lang="en-US" sz="16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V.</a:t>
            </a:r>
            <a:endParaRPr lang="en-US" sz="1600" b="1" dirty="0">
              <a:solidFill>
                <a:schemeClr val="bg2">
                  <a:lumMod val="60000"/>
                  <a:lumOff val="4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	: </a:t>
            </a:r>
            <a:r>
              <a:rPr lang="en-US" sz="1800" b="1" i="0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</a:t>
            </a:r>
            <a:r>
              <a:rPr lang="en-US" sz="1800" b="1" i="0" u="none" strike="noStrike" cap="none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Sampath</a:t>
            </a:r>
            <a:r>
              <a:rPr lang="en-US" sz="1800" b="1" i="0" u="none" strike="noStrike" cap="none" dirty="0">
                <a:solidFill>
                  <a:schemeClr val="bg2">
                    <a:lumMod val="60000"/>
                    <a:lumOff val="4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 K</a:t>
            </a:r>
            <a:endParaRPr sz="1800" b="1" i="0" u="none" strike="noStrike" cap="none" dirty="0">
              <a:solidFill>
                <a:schemeClr val="bg2">
                  <a:lumMod val="60000"/>
                  <a:lumOff val="4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600" dirty="0">
                <a:latin typeface="Cambria" panose="02040503050406030204" pitchFamily="18" charset="0"/>
                <a:ea typeface="Cambria" panose="02040503050406030204" pitchFamily="18" charset="0"/>
              </a:rPr>
              <a:t>System Architecture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Git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-hub Link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Number: 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SIH_25199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799" y="1161473"/>
            <a:ext cx="10280074" cy="4620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Organization: Ministry of Skill Development &amp; Entrepreneurship (MSDE)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Category : AICTE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Problem Description:</a:t>
            </a:r>
          </a:p>
          <a:p>
            <a:pPr marL="76200" indent="0">
              <a:buNone/>
            </a:pP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      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The challenge is to develop an AI system capable of :</a:t>
            </a:r>
          </a:p>
          <a:p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Analyzing learners’ profiles (academic background, prior skills, socio-economic context, learning pace, and aspirations).</a:t>
            </a:r>
          </a:p>
          <a:p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Mapping career aspirations with industry-driven skill requirements and NSQF-aligned programs.</a:t>
            </a:r>
          </a:p>
          <a:p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Generating adaptive, personalized training pathways including courses, micro-credentials, certifications, and on-the-job training opportunities.</a:t>
            </a:r>
          </a:p>
          <a:p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Continuously updating recommendations as learners progress or as job market trends evolve</a:t>
            </a:r>
          </a:p>
          <a:p>
            <a:pPr marL="342900" lvl="0" indent="-190500">
              <a:lnSpc>
                <a:spcPct val="200000"/>
              </a:lnSpc>
              <a:spcBef>
                <a:spcPts val="0"/>
              </a:spcBef>
              <a:buNone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1006764" y="1170710"/>
            <a:ext cx="6750396" cy="2608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76200" indent="0">
              <a:buNone/>
            </a:pPr>
            <a:r>
              <a:rPr lang="en-US" sz="2500" dirty="0">
                <a:latin typeface="Cambria" panose="02040503050406030204" pitchFamily="18" charset="0"/>
                <a:ea typeface="Cambria" panose="02040503050406030204" pitchFamily="18" charset="0"/>
              </a:rPr>
              <a:t>Key Challenges in Existing Systems:</a:t>
            </a:r>
          </a:p>
          <a:p>
            <a:pPr marL="76200" indent="0">
              <a:buNone/>
            </a:pPr>
            <a:endParaRPr lang="en-US" sz="25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Fixed learning paths for all students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Poor personalization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Manual selection of courses by students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No real-time performance tracking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Limited feedback mechanisms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No AI-based prediction of student needs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Background &amp; Related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Traditional Learning Management Systems (LMS)</a:t>
            </a: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AI-based recommendation systems</a:t>
            </a: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Adaptive learning models</a:t>
            </a: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Student performance analytics</a:t>
            </a: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Personalized education frameworks</a:t>
            </a: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  <a:endParaRPr lang="en-IN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Machine learning in education (EdTech AI).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8592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System Architecture (Suggested)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Data Collection Module.</a:t>
            </a:r>
          </a:p>
          <a:p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AI/ML Engine.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Learning Recommendation Module</a:t>
            </a: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Progress Tracking Module</a:t>
            </a: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  <a:p>
            <a:r>
              <a:rPr lang="en-IN" dirty="0">
                <a:latin typeface="Cambria" panose="02040503050406030204" pitchFamily="18" charset="0"/>
                <a:ea typeface="Cambria" panose="02040503050406030204" pitchFamily="18" charset="0"/>
              </a:rPr>
              <a:t>Feedback &amp; Analytics Module</a:t>
            </a:r>
            <a:r>
              <a:rPr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338175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39739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r>
              <a:rPr lang="fr-FR" dirty="0"/>
              <a:t>Project Code: </a:t>
            </a:r>
            <a:r>
              <a:rPr lang="fr-FR" dirty="0">
                <a:hlinkClick r:id="rId3"/>
              </a:rPr>
              <a:t>https://github.com/thilakbhosle/AI_Personalized_Learning_Path</a:t>
            </a:r>
            <a:endParaRPr lang="fr-FR" dirty="0"/>
          </a:p>
          <a:p>
            <a:endParaRPr lang="fr-FR" dirty="0"/>
          </a:p>
          <a:p>
            <a:r>
              <a:rPr lang="fr-FR" dirty="0" err="1"/>
              <a:t>Includes</a:t>
            </a:r>
            <a:r>
              <a:rPr lang="fr-FR" dirty="0"/>
              <a:t>:</a:t>
            </a:r>
          </a:p>
          <a:p>
            <a:r>
              <a:rPr lang="fr-FR" dirty="0"/>
              <a:t>Source Code</a:t>
            </a:r>
          </a:p>
          <a:p>
            <a:r>
              <a:rPr lang="fr-FR" dirty="0" err="1"/>
              <a:t>Datasets</a:t>
            </a:r>
            <a:endParaRPr lang="fr-FR" dirty="0"/>
          </a:p>
          <a:p>
            <a:r>
              <a:rPr lang="fr-FR" dirty="0"/>
              <a:t>Documentation</a:t>
            </a:r>
          </a:p>
          <a:p>
            <a:r>
              <a:rPr lang="fr-FR" dirty="0"/>
              <a:t>Model Training Scripts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b="1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 (Gantt Chart)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145C78-5E3C-43AB-8E21-33DC32D550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1127760"/>
            <a:ext cx="8018780" cy="4846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8902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References (IEEE Paper format)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5" name="Google Shape;145;p22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0838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52400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09600" lvl="1" indent="0"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[1]. Zhou, X., Zhang, L., &amp; Wang, K. (2018). Full-path learning recommendation model based on clustering for e-learning. Education and Information Technologies, 23(4), 1781–1795.</a:t>
            </a:r>
          </a:p>
          <a:p>
            <a:pPr marL="609600" lvl="1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09600" lvl="1" indent="0"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[2]. Ahmed, A., Khan, S., &amp; Roy, P. (2023). Human-centric safe path recommendation in smart cities using deep reinforcement learning. IEEE Internet of Things Journal, 10(1), 112–124.</a:t>
            </a:r>
          </a:p>
          <a:p>
            <a:pPr marL="609600" lvl="1" indent="0">
              <a:spcBef>
                <a:spcPts val="0"/>
              </a:spcBef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609600" lvl="1" indent="0">
              <a:spcBef>
                <a:spcPts val="0"/>
              </a:spcBef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[3] Gupta, R., Kumar, P., &amp; Singh, U. (2024). Indoor personalized navigation using context-aware deep reinforcement learning. Sensors, 24(5), 1843–1858.</a:t>
            </a:r>
          </a:p>
          <a:p>
            <a:pPr marL="152400" indent="0">
              <a:spcBef>
                <a:spcPts val="0"/>
              </a:spcBef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576</TotalTime>
  <Words>480</Words>
  <Application>Microsoft Office PowerPoint</Application>
  <PresentationFormat>Widescreen</PresentationFormat>
  <Paragraphs>90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Cambria</vt:lpstr>
      <vt:lpstr>Verdana</vt:lpstr>
      <vt:lpstr>Wingdings</vt:lpstr>
      <vt:lpstr>Bioinformatics</vt:lpstr>
      <vt:lpstr>AI-Powered Personalized Learning Path Generator</vt:lpstr>
      <vt:lpstr>Content</vt:lpstr>
      <vt:lpstr>Problem Statement Number: SIH_25199</vt:lpstr>
      <vt:lpstr>Analysis of Problem Statement</vt:lpstr>
      <vt:lpstr>Background &amp; Related Work</vt:lpstr>
      <vt:lpstr>System Architecture (Suggested)</vt:lpstr>
      <vt:lpstr>Github Link</vt:lpstr>
      <vt:lpstr>Timeline of the Project (Gantt Chart)</vt:lpstr>
      <vt:lpstr>References (IEEE Paper format)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Thilak Bhosle</cp:lastModifiedBy>
  <cp:revision>49</cp:revision>
  <dcterms:modified xsi:type="dcterms:W3CDTF">2026-01-16T09:48:43Z</dcterms:modified>
</cp:coreProperties>
</file>